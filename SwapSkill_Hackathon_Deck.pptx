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4783C-10BE-FC40-B3BC-BBE5A807324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3960D-85DE-1946-A5D6-C371B7039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9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SwapSkill: students teach what they know and learn what they want, paid in credits instead of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is gated by money and by finding the right person. Every student already knows something someone else wants.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simple steps: list skills, get matched, plan a session, then earn and spend credits.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features. Each one is covered on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shows recommended partners, the wallet, and upcoming sessions. All people and numbers shown are demonstration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 is a deterministic score, not a black box. Every recommendation shows why it was made. Aarav and Meera are fictional demo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is built to grow. New skills and domains appear once created and approved. Availability counts come from real offerings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 are earned by teaching and spent on learning. Friend codes are unique per student; the code shown is only an illustrative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 answers common questions honestly. Until an AI provider is configured it is a limited helper, and it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outcomes describe the intended impact of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selector lists 17 languages; only advertise full translation once each is implemented and checked. Demo profiles are labelled as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tagline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3" Type="http://schemas.openxmlformats.org/officeDocument/2006/relationships/image" Target="../media/image10.png" /><Relationship Id="rId7" Type="http://schemas.openxmlformats.org/officeDocument/2006/relationships/image" Target="../media/image1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 /><Relationship Id="rId3" Type="http://schemas.openxmlformats.org/officeDocument/2006/relationships/image" Target="../media/image18.png" /><Relationship Id="rId7" Type="http://schemas.openxmlformats.org/officeDocument/2006/relationships/image" Target="../media/image2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1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2.png" /><Relationship Id="rId4" Type="http://schemas.openxmlformats.org/officeDocument/2006/relationships/image" Target="../media/image6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3.png" /><Relationship Id="rId5" Type="http://schemas.openxmlformats.org/officeDocument/2006/relationships/image" Target="../media/image26.png" /><Relationship Id="rId4" Type="http://schemas.openxmlformats.org/officeDocument/2006/relationships/image" Target="../media/image25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8.png" /><Relationship Id="rId4" Type="http://schemas.openxmlformats.org/officeDocument/2006/relationships/image" Target="../media/image27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097280"/>
            <a:ext cx="2743200" cy="2743200"/>
          </a:xfrm>
          <a:prstGeom prst="ellipse">
            <a:avLst/>
          </a:prstGeom>
          <a:solidFill>
            <a:srgbClr val="4F46E5">
              <a:alpha val="8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097280"/>
            <a:ext cx="2743200" cy="2743200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48840"/>
            <a:ext cx="640080" cy="640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148840"/>
            <a:ext cx="640080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0" y="21031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286000"/>
            <a:ext cx="365760" cy="365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</a:rPr>
              <a:t>MISSION'26  |  SMART EDUCATION TRACK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1463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SwapSkill</a:t>
            </a:r>
            <a:endParaRPr lang="en-US" sz="54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2423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DD6FE"/>
                </a:solidFill>
              </a:rPr>
              <a:t>An inclusive, credit-based peer-to-peer skill exchange platform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</a:rPr>
              <a:t>Learn One. Teach One. Grow Together.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 LAVINK  |  Team No. 145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DD6FE"/>
                </a:solidFill>
              </a:rPr>
              <a:t>Diya (26BAI1452) and Alisha (26BAI1018)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Great skills are everywhere. Access is not.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</a:rPr>
              <a:t>Every student can teach something and wants to learn something else.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5880"/>
                </a:solidFill>
              </a:rPr>
              <a:t>SwapSkill turns that into a fair exchange, so money is not the barrier to education.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97680" y="1280160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480560" y="1463040"/>
            <a:ext cx="594360" cy="59436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16116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257800" y="1435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Paid courses and tutors are expensive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25780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Cost keeps many students from learning what they want.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2423160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0560" y="2606040"/>
            <a:ext cx="594360" cy="59436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275463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Peers already hold the skills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25780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Classmates know Python, design, speaking and more, but no one can see it.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297680" y="3566160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480560" y="3749040"/>
            <a:ext cx="594360" cy="59436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389763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5780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Learning alone lacks feedback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25780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Hard to find a partner, schedule time and stay accountable.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How SwapSkill works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508760"/>
            <a:ext cx="731520" cy="73152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C3AED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List your skills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2004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Add what you can teach and what you want to learn.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587752" y="128016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816352" y="1508760"/>
            <a:ext cx="731520" cy="73152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16916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13632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C3AED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2816352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Get matched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816352" y="32004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Find students whose skills complement yours.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18304" y="128016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946904" y="1508760"/>
            <a:ext cx="731520" cy="73152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4" y="16916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044184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C3AED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4946904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Plan a session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946904" y="32004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Chat, agree a time and confirm on the calendar.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848856" y="128016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077456" y="1508760"/>
            <a:ext cx="731520" cy="73152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6" y="169164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174736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C3AED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7077456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Earn and spend credits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32004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Teach to earn credits. Spend them to learn.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Key features at a glance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Explore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40 skill domains with search and filters.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78124" y="123444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61004" y="1417320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15544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61004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Smart matching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61004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Explainable matches by skills, language and availability.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099048" y="123444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281928" y="1417320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5544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81928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Credit wallet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81928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Transparent balance and transaction history.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01752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3375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Chat and sessions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Message peers, plan sessions, see them on a calendar.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278124" y="301752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461004" y="3200400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8164" y="333756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61004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Community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461004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Friend codes, study groups and shared achievements.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099048" y="301752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281928" y="3200400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33756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81928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Nova assistant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281928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In-app helper for partners, credits and navigation.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Your dashboard: what to do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0" y="4572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6656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</a:rPr>
              <a:t>Sample data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82296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43000"/>
            <a:ext cx="1371600" cy="356616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98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SwapSkill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1719072"/>
            <a:ext cx="1152144" cy="274320"/>
          </a:xfrm>
          <a:prstGeom prst="roundRect">
            <a:avLst>
              <a:gd name="adj" fmla="val 2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Explore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Calendar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34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Wallet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0723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Community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410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Messages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Profile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011680" y="1280160"/>
            <a:ext cx="6492240" cy="868680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194560" y="1389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Welcome back, Aarav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</a:rPr>
              <a:t>Find a learning partner or offer a skill today.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49440" y="15087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944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Find a partner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011680" y="228600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FBFA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46320" y="2286000"/>
            <a:ext cx="1828800" cy="2286000"/>
          </a:xfrm>
          <a:prstGeom prst="roundRect">
            <a:avLst>
              <a:gd name="adj" fmla="val 6000"/>
            </a:avLst>
          </a:prstGeom>
          <a:solidFill>
            <a:srgbClr val="FBFA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0" y="228600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FBFA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48840" y="2395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5880"/>
                </a:solidFill>
              </a:rPr>
              <a:t>RECOMMENDED PARTNER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48840" y="2697480"/>
            <a:ext cx="502920" cy="50292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570" y="2823210"/>
            <a:ext cx="251460" cy="2514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743200" y="2697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Meera Iyer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2743200" y="2953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880"/>
                </a:solidFill>
              </a:rPr>
              <a:t>@meera.designs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214884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</a:rPr>
              <a:t>Teaches: </a:t>
            </a:r>
            <a:r>
              <a:rPr lang="en-US" sz="1100" dirty="0">
                <a:solidFill>
                  <a:srgbClr val="1E1B4B"/>
                </a:solidFill>
              </a:rPr>
              <a:t>Figma, UI/UX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2148840" y="3611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</a:rPr>
              <a:t>Wants: </a:t>
            </a:r>
            <a:r>
              <a:rPr lang="en-US" sz="1100" dirty="0">
                <a:solidFill>
                  <a:srgbClr val="1E1B4B"/>
                </a:solidFill>
              </a:rPr>
              <a:t>Python, ML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214884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F46E5"/>
                </a:solidFill>
              </a:rPr>
              <a:t>Match: teaches what you want, wants what you teach.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983480" y="23957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5880"/>
                </a:solidFill>
              </a:rPr>
              <a:t>CREDITS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498348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4F46E5"/>
                </a:solidFill>
              </a:rPr>
              <a:t>120</a:t>
            </a:r>
            <a:endParaRPr lang="en-US" sz="4000" dirty="0"/>
          </a:p>
        </p:txBody>
      </p:sp>
      <p:sp>
        <p:nvSpPr>
          <p:cNvPr id="35" name="Text 31"/>
          <p:cNvSpPr txBox="1"/>
          <p:nvPr/>
        </p:nvSpPr>
        <p:spPr>
          <a:xfrm>
            <a:off x="4983480" y="3383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880"/>
                </a:solidFill>
              </a:rPr>
              <a:t>available (sample)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498348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Tap to open wallet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903720" y="2395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5880"/>
                </a:solidFill>
              </a:rPr>
              <a:t>UPCOMING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6903720" y="2697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</a:rPr>
              <a:t>Figma basics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6903720" y="29535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with Meera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6903720" y="3200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Evening, online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903720" y="356616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903720" y="3566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Pending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Matching you can understand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0" y="4572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6656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</a:rPr>
              <a:t>Demo profiles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Aarav Sharma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880"/>
                </a:solidFill>
              </a:rPr>
              <a:t>@aarav_codes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TEACHES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</a:rPr>
              <a:t>Python, C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06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WANTS TO LEARN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</a:rPr>
              <a:t>UI/UX, Figma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880360" y="128016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06324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Meera Iyer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880"/>
                </a:solidFill>
              </a:rPr>
              <a:t>@meera.designs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TEACHES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063240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</a:rPr>
              <a:t>UI/UX, Figma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2606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WANTS TO LEARN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06324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</a:rPr>
              <a:t>Python, ML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487168" y="21945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2286000"/>
            <a:ext cx="182880" cy="182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57200" y="3611880"/>
            <a:ext cx="4434840" cy="1051560"/>
          </a:xfrm>
          <a:prstGeom prst="roundRect">
            <a:avLst>
              <a:gd name="adj" fmla="val 1043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0080" y="3703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39776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</a:rPr>
              <a:t>Aarav teaches Python, which Meera wants. Meera teaches Figma, which Aarav wants. Both are online.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30352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</a:rPr>
              <a:t>What the score considers</a:t>
            </a:r>
            <a:endParaRPr lang="en-US" sz="18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764792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66928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Skills offered vs. skills wanted</a:t>
            </a:r>
            <a:endParaRPr lang="en-US" sz="14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267712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66928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Proficiency compatibility</a:t>
            </a:r>
            <a:endParaRPr lang="en-US" sz="14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77063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66928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Language preferences</a:t>
            </a:r>
            <a:endParaRPr lang="en-US" sz="14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27355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66928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Availability overlap</a:t>
            </a:r>
            <a:endParaRPr lang="en-US" sz="14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776472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66928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Online or in-person preference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30352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5880"/>
                </a:solidFill>
              </a:rPr>
              <a:t>If profile data is missing, the match says so.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Explore: skills across 40 domains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554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</a:rPr>
              <a:t>40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</a:rPr>
              <a:t>starting domains, extensible by design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</a:rPr>
              <a:t>Suggest a new skill and it appears as pending until approved.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2801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Proficiency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26280" y="12801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280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Language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128016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32120" y="1280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Availability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20840" y="128016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1280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Online / In-person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91840" y="1828800"/>
            <a:ext cx="2606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01568" y="1938528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204825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931920" y="182880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Technology and Programming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80760" y="1828800"/>
            <a:ext cx="2606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90488" y="1938528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2048256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720840" y="182880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Design and Creativity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291840" y="2606040"/>
            <a:ext cx="2606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401568" y="2715768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2825496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931920" y="26060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Data Science and Analytics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080760" y="2606040"/>
            <a:ext cx="2606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190488" y="2715768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2825496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720840" y="26060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Languages and Communication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3291840" y="3383280"/>
            <a:ext cx="2606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401568" y="3493008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296" y="3602736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931920" y="3383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Cybersecurity and Digital Safety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080760" y="3383280"/>
            <a:ext cx="2606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190488" y="3493008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602736"/>
            <a:ext cx="219456" cy="21945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720840" y="3383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Cooking and Culinary Arts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3291840" y="4297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Search domains and skills, sort by compatibility or availability.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Fair credits, strong community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0" y="4572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6656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</a:rPr>
              <a:t>Sample data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</a:rPr>
              <a:t>Credit wallet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874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4F46E5"/>
                </a:solidFill>
              </a:rPr>
              <a:t>120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credits available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283464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FBFA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</a:rPr>
              <a:t>Taught a Python session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</a:rPr>
              <a:t>+10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3401568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FBFA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401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</a:rPr>
              <a:t>Learned Figma basics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34015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</a:rPr>
              <a:t>-10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3968496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FBFA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9684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</a:rPr>
              <a:t>Taught C programming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9684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</a:rPr>
              <a:t>+10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63440" y="12801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89204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</a:rPr>
              <a:t>Community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892040" y="192024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0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5880"/>
                </a:solidFill>
              </a:rPr>
              <a:t>YOUR FRIEND CODE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</a:rPr>
              <a:t>SWP-7K4M9Q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7315200" y="21031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0" y="2103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Copy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92040" y="2880360"/>
            <a:ext cx="384048" cy="3840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052" y="2976372"/>
            <a:ext cx="192024" cy="19202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40680" y="2880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</a:rPr>
              <a:t>Add friends with a code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892040" y="3429000"/>
            <a:ext cx="384048" cy="3840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525012"/>
            <a:ext cx="192024" cy="19202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440680" y="3429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</a:rPr>
              <a:t>Join study groups and Skill Circles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4892040" y="3977640"/>
            <a:ext cx="384048" cy="3840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052" y="4073652"/>
            <a:ext cx="192024" cy="19202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40680" y="3977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</a:rPr>
              <a:t>Message and share achievements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Nova: your in-app helper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Nova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011680" y="205740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1031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Who can help me learn Figma?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269748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</a:rPr>
              <a:t>Meera Iyer teaches Figma and wants to learn Python. That could be a good swap.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Plan my learning path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468880" y="3931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46888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How do credits work?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</a:rPr>
              <a:t>What Nova helps with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1051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4068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Find learning partners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677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4068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Discover skills for your goals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2491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4068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Explain credits and exchanges</a:t>
            </a:r>
            <a:endParaRPr lang="en-US" sz="14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8211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44068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Plan a learning path</a:t>
            </a:r>
            <a:endParaRPr lang="en-US" sz="14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3931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4406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</a:rPr>
              <a:t>Navigate the app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5029200" y="411480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5166360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Honest by design: a limited helper until an AI provider is connected.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Positive outcomes for students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554480"/>
            <a:ext cx="685800" cy="6858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2593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Learning without a price tag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Credits replace money, so more students can take part.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892040" y="1554480"/>
            <a:ext cx="685800" cy="6858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172593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Teaching builds mastery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76072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Explaining a skill to a peer strengthens your own.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85800" y="3291840"/>
            <a:ext cx="685800" cy="6858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46329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Practical, project-based growth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Partners work toward goals like a portfolio or a deployed app.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892040" y="3291840"/>
            <a:ext cx="685800" cy="6858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490" y="3463290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607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A supportive peer network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76072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880"/>
                </a:solidFill>
              </a:rPr>
              <a:t>Friends, study groups and shared wins build confidence.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</a:rPr>
              <a:t>Built to be inclusive and safe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17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languages in the selector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87752" y="128016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770632" y="1417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2770632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themes: light and dark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18304" y="128016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901184" y="1417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4901184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screen sizes: phone, tablet, desktop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48856" y="128016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031736" y="1417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7031736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separate sign-in options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108960"/>
            <a:ext cx="258775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36042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3444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Private by default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Emails and account IDs are never shown to other students.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78124" y="3108960"/>
            <a:ext cx="258775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461004" y="324612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336042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055364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Honest data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3461004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Sample profiles, ratings and balances are clearly labelled.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099048" y="3108960"/>
            <a:ext cx="258775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  <a:effectLst>
            <a:outerShdw blurRad="101600" dist="25400" dir="5400000" algn="bl" rotWithShape="0">
              <a:srgbClr val="4F46E5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81928" y="324612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28" y="336042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876288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Accessible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6281928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880"/>
                </a:solidFill>
              </a:rPr>
              <a:t>Reduced-motion support and readable contrast in both themes.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2377440" cy="2377440"/>
          </a:xfrm>
          <a:prstGeom prst="ellipse">
            <a:avLst/>
          </a:prstGeom>
          <a:solidFill>
            <a:srgbClr val="4F46E5">
              <a:alpha val="8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914400"/>
            <a:ext cx="2377440" cy="2377440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097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Learn One.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737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4B5FD"/>
                </a:solidFill>
              </a:rPr>
              <a:t>Teach One.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2377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Grow Together.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</a:rPr>
              <a:t>Thank you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 LAVINK  |  Team No. 145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DD6FE"/>
                </a:solidFill>
              </a:rPr>
              <a:t>Diya (26BAI1452) and Alisha (26BAI1018)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pSkill">
  <a:themeElements>
    <a:clrScheme name="SwapSkill">
      <a:dk1>
        <a:srgbClr val="1E1B4B"/>
      </a:dk1>
      <a:lt1>
        <a:srgbClr val="FFFFFF"/>
      </a:lt1>
      <a:dk2>
        <a:srgbClr val="312E81"/>
      </a:dk2>
      <a:lt2>
        <a:srgbClr val="F5F3FF"/>
      </a:lt2>
      <a:accent1>
        <a:srgbClr val="4F46E5"/>
      </a:accent1>
      <a:accent2>
        <a:srgbClr val="7C3AED"/>
      </a:accent2>
      <a:accent3>
        <a:srgbClr val="A78BFA"/>
      </a:accent3>
      <a:accent4>
        <a:srgbClr val="2563EB"/>
      </a:accent4>
      <a:accent5>
        <a:srgbClr val="C4B5FD"/>
      </a:accent5>
      <a:accent6>
        <a:srgbClr val="10B981"/>
      </a:accent6>
      <a:hlink>
        <a:srgbClr val="4F46E5"/>
      </a:hlink>
      <a:folHlink>
        <a:srgbClr val="7C3AED"/>
      </a:folHlink>
    </a:clrScheme>
    <a:fontScheme name="SwapSkil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SwapSkill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SwapSkill - Hackathon Presentation</dc:title>
  <dc:subject>PptxGenJS Presentation</dc:subject>
  <dc:creator>SwapSkill Team</dc:creator>
  <cp:lastModifiedBy>DIYA</cp:lastModifiedBy>
  <cp:revision>2</cp:revision>
  <dcterms:created xsi:type="dcterms:W3CDTF">2026-10-12T08:38:23Z</dcterms:created>
  <dcterms:modified xsi:type="dcterms:W3CDTF">2026-10-12T08:39:57Z</dcterms:modified>
</cp:coreProperties>
</file>